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1" autoAdjust="0"/>
  </p:normalViewPr>
  <p:slideViewPr>
    <p:cSldViewPr snapToGrid="0" snapToObjects="1">
      <p:cViewPr varScale="1">
        <p:scale>
          <a:sx n="105" d="100"/>
          <a:sy n="105" d="100"/>
        </p:scale>
        <p:origin x="783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38B64-6FBD-4769-A673-270CEAA0646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EEDCE-8FEB-4ED1-9D6A-852A65169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9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Cardiovascular disease kills about 17.9 million people a year — roughly a third of all deaths. Most of those cases trace back to a small set of modifiable risk factors, and a lot of them walk into a hospital but don't get triaged with the urgency they need. The bottleneck isn't medical knowledge — it's clinician bandwidth at the front door. So I built a tool that takes one patient's tabular data, returns a risk probability, and produces a citation-backed summary a clinician can accept, reject, or interrogate in seconds. The goal is to help the clinician, not to replace them — deferral, not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8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"End-to-end, the system is five stages. Preprocess the patient row. Run two independent models — a gradient-boosting classifier and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MLP. Average them into a risk tier, and flag low confidence when they disagree by more than 0.20. Then the agent kicks in: it checks for banned requests, retrieves evidence from a small clinical knowledge base, has an LLM draft an explanation grounded only in that evidence, and has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LLM evaluate the draft against a rubric. If the draft fails, one bounded revision is allowed. Every step gets logged to JSONL and a human-readable transcript."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2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 integrated five prior capstones — but as patterns, not copy-pasted code. P2 gave me the initial data analysis discipline and the limitations framing. P3 gave me the scikit-learn pipeline and the log1p skew handling. P4 gave me the dropout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— more importantly — the habit of disaggregated per-slice evaluation instead of headline accuracy. P5 was a generative project; what carried over wasn't the VAE, it was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generative models need structural mitigations, not prompt pleas. And P6 gave me the plan–retrieve–evaluate–revise agent loop, the Chroma RAG layer, and the JSONL run log. The projects chain — the two models feed the ensemble, the ensemble disagreement flag drives the explainer's confidence message, and the bias finding from the per-slice eval is written into the model card the RAG layer can retrieve."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"Four decisions worth defending. First, two models instead of one — they tie on ROC-AUC, but per-row disagreement is the signal that powers the low-confidence flag; you can't get that from a single learner. Second, RAG instead of fine-tuning — fine-tuned weights can't be edited, can't cite sources, and can't be revised without retraining; a clinician editing a markdown file is the auditable workflow. Third, evaluator-critic with a bounded revision — it's significantly more code than a single LLM call, but its verdict is logged JSON a regulator can audit. Fourth, refusal as a substring check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LLM — a prompt policy can be jailbroken; a hardcoded check before the model never gets a chance to be talked out of it. Tradeoffs I accept: substring refusal misses paraphrases, the evaluator is itself an LLM, and the KB is tiny."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34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59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"Headline numbers: ROC-AUC around 0.96, Brier around 0.087. But I'm reporting 95% bootstrap CIs alongside a plain logistic-regression baseline, and the bands overlap — so I am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overselling the gradient-boosting model. Honest limitations I name in the paper: the dataset is 303 rows, thirty years old, skewed male; calibration is fine on average but both models are most confident exactly when wrong on a handful of rows; the LLM is closed-weights so its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drift; the refusal list can be paraphrased past; and the knowledge base is synthetic. None of those are surprises — they're documented up front."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8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 built five structural mitigations, not generic statements. Refusal before the LLM. Citation discipline — every [S?] index is verified, and across three live runs there were zero invalid citations. A mandatory disclaimer on every explanation. A low-confidence flag surfaced to the clinician. And a full audit trail in JSONL. These map directly onto NIST AI RMF's govern-map-measure-manage functions and onto the EU AI Act's high-risk requirements for transparency, accountability, and human oversight. The per-sex AUC gap I found shows up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models — that's a data problem, not a model problem, and it's disclosed in the retrievable model card."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56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architectural pattern here — small classical model, plus RAG, plus structurally-guarded LLM, plus evaluator-critic — is the same one being adopted in legal, financial, and insurance AI for the same reason: regulators are converging on 'output must be auditable, evidence must be cite-able, the human is the locus of accountability.' A monolithic LLM cannot meet that bar. The transferable lesson is that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architecture is the safety story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prompt-only safety does not survive contact with regulators or adversarial users.“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"Five things in priority order: a calibration layer on the ensemble, per-slice bootstrap CIs on every subgroup, a real curated guideline KB, a classifier-based input filter to replace the substring list, and a human-in-the-loop feedback hook so the evaluator rubric refines empirically."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EDCE-8FEB-4ED1-9D6A-852A65169B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6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Clinical-Triage Explainer for Cardiovascular Risk</a:t>
            </a:r>
          </a:p>
          <a:p>
            <a:pPr>
              <a:defRPr sz="2200">
                <a:solidFill>
                  <a:srgbClr val="CFE2F3"/>
                </a:solidFill>
              </a:defRPr>
            </a:pPr>
            <a:r>
              <a:t>An integrated, auditable AI system — Project 7 → Project 8 defense</a:t>
            </a:r>
          </a:p>
          <a:p>
            <a:r>
              <a:t> </a:t>
            </a:r>
          </a:p>
          <a:p>
            <a:pPr>
              <a:defRPr sz="1600" i="1">
                <a:solidFill>
                  <a:srgbClr val="FFC99A"/>
                </a:solidFill>
              </a:defRPr>
            </a:pPr>
            <a:r>
              <a:t>Educational artifact only.  Not for clinical use.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Mastery Capstone — Professional Industry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Industry Context &amp; Problem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Why this problem, why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Cardiovascular disease: ~17.9 M deaths/year (WHO 2021) — leading cause of death globally.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Bottleneck at triage is clinician cognitive bandwidth, not raw knowledge.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Opportunity: structured, evidence-grounded summary a clinician accepts or rejects in seconds.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Non-goal: replacing clinical judgment.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Why AI fits: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Structured tabular signal (UCI Heart Disease).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Retrievable domain knowledge (feature dictionary, risk factors, triage workflow, model card).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Natural-language summarisation under structural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Integrated AI System — Overview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Five blocks, each individually testable and individually logged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Pipeline: Preprocessing → ML + DL → Ensemble + Confidence → Agent (RAG + Explainer + Evaluator) → Persisted Transcript.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Every block emits a JSON event into outputs/run_log.jsonl.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No monolithic step — regulators can audit each stage independently.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Demo entry point: notebooks/05_integrated_pipeline.ipynb.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(Architecture diagram on the next slide.)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Diagram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Source: docs/architecture.png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097280"/>
            <a:ext cx="100584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Integration of Prior Capstone Projects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Five projects integrated (≥3 required). Code rebuilt; patterns reused.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P2 — Statistical reasoning:  IDA discipline, chi-square + Cramer's V  →  notebooks/01_data_exploration.ipynb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P3 — ML / RFM:  sklearn Pipeline, log1p skew handling  →  src/preprocessing.py, src/ml_model.py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P4 — Deep Learning:  dropout, disaggregated per-slice eval  →  src/dl_model.py, src/evaluation.py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P5 — Generative AI:  structural mitigations for generative output  →  src/genai_explainer.py guardrails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P6 — Agentic AI:  Plan→Retrieve→Evaluate→Revise loop, RAG, refusal list  →  src/rag/, src/agent_orchestrator.py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Why combined: no single prior project covers a regulated end-to-end workflow.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Integration improvement: structural safety (refusal-before-LLM, evaluator-critic, audit trail) only emerges when the agent loop sits on top of two architecturally different learners.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Technical Decisions &amp; Tradeoffs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Honest reasoning, not retroactive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Two models (ML + DL) instead of one: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Headline ROC-AUC tie hides per-row disagreement → disagreement powers the low-confidence flag.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Cost: 2× training + inference. Benefit: structural confidence signal.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RAG instead of fine-tuning: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Auditable, editable, revisable. Clinicians can patch a markdown file; fine-tuned weights cannot be cited.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Cost: retrieval latency + KB curation burden.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Structural mitigations instead of prompt-only safety: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Refusal check before LLM, citation index verification, runtime revision cap.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Cost: more code surface. Benefit: survives adversarial inputs, is regulator-auditable.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Bootstrap CIs + LR baseline added to evaluation → bands overlap with gradient boosting → not overselling.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1 — Happy Path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transcripts/demo1_happy_path.md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High-risk patient, model agreement, evaluator passes after one bounded revision.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Explanation grounded in retrieved evidence chunks with [S?] citations.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Mandatory disclaimer present in final output.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Evaluator runs on a different LLM snapshot (gpt-4o) than the explainer (gpt-4o-mini) — not rubber-stamping itself.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All five events logged: request → score → rag_search → draft →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2 — Low Confidence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transcripts/demo2_low_confidence.md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ML probability ≈ 0.97  vs  DL probability ≈ 0.62  →  |Δ| &gt; 0.20.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Ensemble agreement gate flips confidence flag to LOW.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First draft fails the evaluator on a real issue (unsupported claim about peak exercise capacity).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One bounded revision (cap = 1) fixes it — system does not loop indefinitely.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Key point: every safety check lives in code, not in the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3 — Refusal Before LLM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transcripts/demo3_refusal.md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Request contains a banned phrase (e.g. 'prescribe', 'dosage').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Transcript shows refused = True and exactly two events: request, refusal.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No LLM call is made — the substring check in src/safeguards.py runs first.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Property: the system cannot be talked out of refusing, because the LLM never sees the request.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This is what makes the safety story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Quantitative Evaluation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notebooks/04_evaluation.ipynb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ROC-AUC ≈ 0.96 for both ML and DL.  Brier ≈ 0.087.  Test n = 61.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95 % bootstrap CIs reported alongside a LogisticRegression baseline → bands overlap → results are honest, not oversold.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Per-sex slice gap appears in BOTH models → data-driven, not model-driven; disclosed in the retrieved model card.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Top-5 highest-confidence wrongs are largely shared between ML and DL → another data signal.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RAG faithfulness across 3 live runs: zero invalid citations, 36–44 % explanation/evidence token overlap.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Ethics &amp; Responsible AI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System-specific, not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Five structural mitigations: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1. Refusal before LLM (src/safeguards.py).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2. Citation discipline — every [S?] index verified (src/evaluation.py:rag_faithfulness).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3. Mandatory disclaimer in every generated explanation.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4. Confidence flag surfaced to clinician (low / medium / high).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5. Full JSONL audit trail (outputs/run_log.jsonl).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Mapped to:  NIST AI RMF (govern / map / measure / manage)  +  EU AI Act high-risk requirements (transparency, human oversight, accountability).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Honest limitations: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Tiny benchmark (n = 303, 30-year-old data).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Calibration smell on confident-wrong cases.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Substring refusal can be paraphrased past by an adversary.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Knowledge base is synthetic.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Industry Relevance &amp; Next Steps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What this readies me for, and what I would build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Pattern (small classical model + RAG + structurally-guarded LLM + evaluator-critic) is the same one being adopted in legal, financial advisory, insurance — same regulatory drivers.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Transferable lesson:  the architecture is the safety story, not the prompt.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Demonstrated skills:  pipeline engineering, eval discipline, RAG design, agent orchestration, responsible-AI reasoning, technical communication.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Future work, prioritised: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1. Calibration layer before reporting probabilities.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2. Real curated knowledge base.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3. Classifier-based input filter (replace substring list).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4. Counterfactual explanations.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5. Human-in-the-loop feedback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Anticipated Q&amp;A (defense prep)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Every answer anchors to a file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Why two models if they tie on ROC-AUC?  →  per-row disagreement powers the confidence flag.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Why RAG instead of fine-tuning?  →  auditability and revisability.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How do you know the LLM isn't hallucinating citations?  →  src/evaluation.py verifies every [S?] index.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What stops prompt injection past the refusal list?  →  substring check runs BEFORE the LLM; production would use a classifier filter.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Is this clinically valid?  →  No. Educational artifact, n=303, mandatory disclaimer, documented limitations.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Hardest design decision?  →  structural mitigations over prompt-only — significantly more code, but the only one a regulator can audit.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What would you do differently?  →  add calibration layer + replace synthetic KB before any quantitative RAG-faithfulness claim leaves the educational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09728" rIns="27432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 — Questions?</a:t>
            </a:r>
          </a:p>
          <a:p>
            <a:pPr>
              <a:defRPr sz="1200">
                <a:solidFill>
                  <a:srgbClr val="CFE2F3"/>
                </a:solidFill>
              </a:defRPr>
            </a:pPr>
            <a:r>
              <a:t>Companion artifacts in this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Rehearsal_Script.md — single canonical script.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Reflective_Synthesis_Paper.pdf — the written defense.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integration_map.md — prior-project lineage table.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transcripts/demo1, demo2, demo3 — fallback evidence if a live demo fails.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architecture.png — system diagram.</a:t>
            </a:r>
          </a:p>
          <a:p>
            <a:pPr>
              <a:spcAft>
                <a:spcPts val="600"/>
              </a:spcAft>
              <a:defRPr sz="1800" b="1">
                <a:solidFill>
                  <a:srgbClr val="0B2C4A"/>
                </a:solidFill>
              </a:defRPr>
            </a:pPr>
            <a:r>
              <a:t>Educational artifact only. Not for clinical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Project 8 Defense  ·  Clinical-Triage Explainer  ·  Educational artifact, not for clinical use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2563</Words>
  <Application>Microsoft Office PowerPoint</Application>
  <PresentationFormat>Widescreen</PresentationFormat>
  <Paragraphs>146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Naunihal Singh Sidhu</cp:lastModifiedBy>
  <cp:revision>5</cp:revision>
  <dcterms:created xsi:type="dcterms:W3CDTF">2013-01-27T09:14:16Z</dcterms:created>
  <dcterms:modified xsi:type="dcterms:W3CDTF">2026-05-19T00:35:58Z</dcterms:modified>
  <cp:category/>
</cp:coreProperties>
</file>